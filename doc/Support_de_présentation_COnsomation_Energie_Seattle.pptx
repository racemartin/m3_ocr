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60" r:id="rId6"/>
    <p:sldMasterId id="2147483662" r:id="rId7"/>
    <p:sldMasterId id="2147483664" r:id="rId8"/>
    <p:sldMasterId id="2147483666" r:id="rId9"/>
    <p:sldMasterId id="2147483668" r:id="rId10"/>
    <p:sldMasterId id="2147483670" r:id="rId11"/>
    <p:sldMasterId id="2147483672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7AED84-10FE-452D-A80A-A7990874CC4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01FEF4-258F-4A5B-9F1D-169A91409EC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1E5430-70F2-4418-8C7C-415C34FFD2F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045AD46-A829-42DA-B87F-C8D0EDD9CAB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3079268-1D8C-43F0-8824-99FF5A27D3C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59403B2-1A2F-4389-B39F-20890A6F42B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F0A30DB-517D-465A-988D-27885632F39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490428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92B9B3C-99A4-4CD7-ACCE-5E26711DAA2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7D4113-8930-4A13-B44B-BDDCCBE6430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90428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4DCCD3-D560-418C-A41D-A345A80F0EE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A7A9B55-E736-4BD8-820F-C94B30E7F070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4689D9-CD0A-4674-BF1C-D24D5306315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D244719-2E5B-4332-A7BE-60E8576DB379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9A90664-F024-448B-8C84-771FA7F926FE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D4D6A75-B2E0-425F-BCE2-E5BA7ABC978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3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0"/>
          <p:cNvSpPr/>
          <p:nvPr/>
        </p:nvSpPr>
        <p:spPr>
          <a:xfrm rot="5400000">
            <a:off x="7500600" y="0"/>
            <a:ext cx="1643400" cy="164340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" name="Google Shape;11;p10"/>
          <p:cNvGrpSpPr/>
          <p:nvPr/>
        </p:nvGrpSpPr>
        <p:grpSpPr>
          <a:xfrm>
            <a:off x="5760" y="-8280"/>
            <a:ext cx="5138280" cy="5152320"/>
            <a:chOff x="5760" y="-8280"/>
            <a:chExt cx="5138280" cy="5152320"/>
          </a:xfrm>
        </p:grpSpPr>
        <p:sp>
          <p:nvSpPr>
            <p:cNvPr id="2" name="Google Shape;12;p10"/>
            <p:cNvSpPr/>
            <p:nvPr/>
          </p:nvSpPr>
          <p:spPr>
            <a:xfrm rot="16200000">
              <a:off x="360" y="360"/>
              <a:ext cx="5152320" cy="5134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" name="Google Shape;13;p10"/>
            <p:cNvSpPr/>
            <p:nvPr/>
          </p:nvSpPr>
          <p:spPr>
            <a:xfrm rot="16200000">
              <a:off x="0" y="1142280"/>
              <a:ext cx="3996360" cy="398232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" name="Google Shape;14;p10"/>
            <p:cNvSpPr/>
            <p:nvPr/>
          </p:nvSpPr>
          <p:spPr>
            <a:xfrm rot="16200000">
              <a:off x="1800" y="720"/>
              <a:ext cx="2299320" cy="22914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" name="Google Shape;15;p10"/>
            <p:cNvSpPr/>
            <p:nvPr/>
          </p:nvSpPr>
          <p:spPr>
            <a:xfrm flipH="1">
              <a:off x="652680" y="588240"/>
              <a:ext cx="2299680" cy="22910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40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D866D0-82A1-4A53-A3FE-4FB396800D16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9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2" name="Google Shape;107;p19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3" name="Google Shape;108;p19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" name="Google Shape;109;p19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" name="Google Shape;110;p19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" name="Google Shape;111;p19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" name="Google Shape;112;p19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" name="Google Shape;113;p19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" name="Google Shape;114;p19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" name="Google Shape;115;p19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" name="Google Shape;116;p19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" name="Google Shape;117;p19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" name="Google Shape;118;p19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" name="Google Shape;119;p19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" name="Google Shape;120;p19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6" name="Google Shape;121;p19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" name="Google Shape;122;p19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" name="Google Shape;123;p19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" name="Google Shape;124;p19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</a:pPr>
            <a:r>
              <a:rPr b="0" lang="fr-FR" sz="80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xx%</a:t>
            </a:r>
            <a:endParaRPr b="0" lang="fr-FR" sz="8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046B46-448C-4A18-8B87-9BC660B04FA3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7D222F-5EB7-44BE-BDF9-DC6ED333DFF9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20;p11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35" name="Google Shape;21;p11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6" name="Google Shape;22;p11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2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DFC5F5-0324-4F2A-8E48-4471B62B4D12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27;p12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49" name="Google Shape;28;p12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0" name="Google Shape;29;p12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Google Shape;30;p12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2" name="Google Shape;31;p12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3" name="Google Shape;32;p12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4" name="Google Shape;33;p12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5" name="Google Shape;34;p12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6" name="Google Shape;35;p12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7" name="Google Shape;36;p12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8" name="Google Shape;37;p12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9" name="Google Shape;38;p12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0" name="Google Shape;39;p12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1" name="Google Shape;40;p12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2" name="Google Shape;41;p12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3" name="Google Shape;42;p12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4" name="Google Shape;43;p12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5" name="Google Shape;44;p12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6" name="Google Shape;45;p12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fr-FR" sz="28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F603B1-74D7-4528-9F3A-366C0BB38357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49;p13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70" name="Google Shape;50;p13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1" name="Google Shape;51;p13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2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D029EB-4D6C-4E19-A109-23DE994A912B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57;p1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80" name="Google Shape;58;p1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1" name="Google Shape;59;p1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2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17D873-BCBF-4F79-ABFB-ADFD118B54E7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63;p1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86" name="Google Shape;64;p1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7" name="Google Shape;65;p1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2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92145-9672-4920-BAC0-B1B054142310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70;p16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92" name="Google Shape;71;p16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3" name="Google Shape;72;p16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4" name="Google Shape;73;p16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5" name="Google Shape;74;p16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6" name="Google Shape;75;p16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7" name="Google Shape;76;p16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8" name="Google Shape;77;p16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9" name="Google Shape;78;p16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0" name="Google Shape;79;p16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1" name="Google Shape;80;p16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2" name="Google Shape;81;p16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3" name="Google Shape;82;p16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4" name="Google Shape;83;p16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5" name="Google Shape;84;p16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6" name="Google Shape;85;p16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7" name="Google Shape;86;p16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8" name="Google Shape;87;p16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9" name="Google Shape;88;p16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fr-FR" sz="28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BEF80B-35BC-4E0B-83A6-421B0292E702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92;p1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13" name="Google Shape;93;p1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4" name="Google Shape;94;p1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fr-FR" sz="24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596566-4522-44D4-AC18-A9EBD46D5949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00;p18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119" name="Google Shape;101;p18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0" name="Google Shape;102;p18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300" strike="noStrike" u="non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21823E-7EA3-42B1-B4FA-B3838580F990}" type="slidenum">
              <a:rPr b="0" lang="fr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&lt;numéro&gt;</a:t>
            </a:fld>
            <a:endParaRPr b="0" lang="fr-FR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308760" y="48708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40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Prédisez la consommation d'énergie des bâtiments dans la ville de Seattle.</a:t>
            </a:r>
            <a:br>
              <a:rPr sz="4000"/>
            </a:br>
            <a:endParaRPr b="1" lang="fr-FR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5304600" y="4281840"/>
            <a:ext cx="34704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Rafael CEREZO MARTIN</a:t>
            </a:r>
            <a:endParaRPr b="0" lang="fr-FR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8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Décembre 2025</a:t>
            </a:r>
            <a:endParaRPr b="0" lang="fr-FR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Présentation du projet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44960" y="1523880"/>
            <a:ext cx="8298720" cy="337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fr" sz="48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Contexte :</a:t>
            </a:r>
            <a:endParaRPr b="0" lang="fr-FR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Etapes du Projet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40120" y="1620000"/>
            <a:ext cx="8579880" cy="309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1 : Réalisez une analyse exploratoire 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-24840" y="85392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1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Google Shape;229;p 11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1 : Réalisez une analyse exploratoire 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-24840" y="85392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1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Google Shape;229;p 9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2 : Réalisez votre feature engineering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2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Google Shape;229;p 10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2 : Réalisez votre feature engineering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2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Google Shape;229;p 8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3 : Préparez les features pour la modélisation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3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Google Shape;229;p 7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3 : Préparez les features pour la modélisation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3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Google Shape;229;p 6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4 : Comparez plusieurs modèles supervisés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4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Google Shape;229;p 5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4 : Comparez plusieurs modèles supervisés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4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Google Shape;229;p 4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5 : Optimisez et interprétez le modèle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5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5 : Optimisez et interprétez le modèle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5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Google Shape;229;p 3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6 : Formalisez vos résultats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6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Google Shape;229;p 2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Étape 6 : Formalisez vos résultats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0" y="900000"/>
            <a:ext cx="374760" cy="166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" sz="88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6</a:t>
            </a:r>
            <a:endParaRPr b="1" lang="fr-FR" sz="8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Google Shape;229;p 1"/>
          <p:cNvSpPr txBox="1"/>
          <p:nvPr/>
        </p:nvSpPr>
        <p:spPr>
          <a:xfrm>
            <a:off x="1190520" y="122148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310040" y="267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Bilan du projet réalisé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190520" y="1221120"/>
            <a:ext cx="7398720" cy="355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Les défis techniques rencontrés 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894120" y="2255040"/>
            <a:ext cx="13554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trike="noStrike" u="none">
                <a:solidFill>
                  <a:schemeClr val="lt1"/>
                </a:solidFill>
                <a:uFillTx/>
                <a:latin typeface="Montserrat"/>
                <a:ea typeface="Montserrat"/>
              </a:rPr>
              <a:t>Q &amp; A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2897280" y="4275360"/>
            <a:ext cx="34704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3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Rafael CEREZO MARTIN</a:t>
            </a:r>
            <a:endParaRPr b="0" lang="fr-FR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8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Décembre 2025</a:t>
            </a:r>
            <a:endParaRPr b="0" lang="fr-FR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LibreOffice/24.8.4.2$Windows_X86_64 LibreOffice_project/bb3cfa12c7b1bf994ecc5649a80400d06cd71002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2025-12-29T16:03:22Z</dcterms:modified>
  <cp:revision>2</cp:revision>
  <dc:subject/>
  <dc:title/>
</cp:coreProperties>
</file>